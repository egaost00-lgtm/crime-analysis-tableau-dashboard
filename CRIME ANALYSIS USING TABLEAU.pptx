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C7477EB-F5D1-4BCF-A08B-49734658046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CRIME ANALYSIS USING TABLEAU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F001C2FA-9882-40EA-9833-B4CE23E8D8B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25/04/26 17:46:20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ALL CRIME STATISTICS1" id="2" name="slide2">
            <a:extLst>
              <a:ext uri="{FF2B5EF4-FFF2-40B4-BE49-F238E27FC236}">
                <a16:creationId xmlns:a16="http://schemas.microsoft.com/office/drawing/2014/main" id="{6E67EC78-4149-4918-984A-11EB0BDD30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ALL CRIME STATISTICS2" id="3" name="slide3">
            <a:extLst>
              <a:ext uri="{FF2B5EF4-FFF2-40B4-BE49-F238E27FC236}">
                <a16:creationId xmlns:a16="http://schemas.microsoft.com/office/drawing/2014/main" id="{AC7A06F9-A992-4996-968E-CD446C98A0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ALL CRIME STATISTICS5" id="4" name="slide4">
            <a:extLst>
              <a:ext uri="{FF2B5EF4-FFF2-40B4-BE49-F238E27FC236}">
                <a16:creationId xmlns:a16="http://schemas.microsoft.com/office/drawing/2014/main" id="{2EBFFCBA-06B1-42FB-A160-D5A4461141D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ERALL CRIME STATISTICS6" id="5" name="slide5">
            <a:extLst>
              <a:ext uri="{FF2B5EF4-FFF2-40B4-BE49-F238E27FC236}">
                <a16:creationId xmlns:a16="http://schemas.microsoft.com/office/drawing/2014/main" id="{8D36153D-6D5A-45BB-A120-F2B8C7C810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2026-04-25T12:16:21Z</dcterms:created>
  <dcterms:modified xsi:type="dcterms:W3CDTF">2026-04-25T12:16:21Z</dcterms:modified>
</cp:coreProperties>
</file>